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Requests/sec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Gin</c:v>
                  </c:pt>
                  <c:pt idx="1">
                    <c:v>Echo</c:v>
                  </c:pt>
                  <c:pt idx="2">
                    <c:v>Chi</c:v>
                  </c:pt>
                  <c:pt idx="3">
                    <c:v>Gorilla</c:v>
                  </c:pt>
                  <c:pt idx="4">
                    <c:v>net/http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40000</c:v>
                </c:pt>
                <c:pt idx="1">
                  <c:v>35000</c:v>
                </c:pt>
                <c:pt idx="2">
                  <c:v>30000</c:v>
                </c:pt>
                <c:pt idx="3">
                  <c:v>20000</c:v>
                </c:pt>
                <c:pt idx="4">
                  <c:v>45000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13716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 Gin</a:t>
            </a:r>
            <a:endParaRPr lang="en-US" sz="4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731520" cy="7315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31520"/>
            <a:ext cx="2743200" cy="228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5448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Наставник: Казьмин Роман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Дата: 29.01.2026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будет полезно?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Go-разработчикам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Хотите создавать REST API быстро и эффективно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Backend-инженерам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Ищете легковесную альтернативу тяжелым фреймворкам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Начинающим в Go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изучить популярный веб-фреймворк с нуля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Архитекторам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Оцениваете технологии для микросервисов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важно знать о Gin?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— до 40x быстрее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 Httprouter и радикс-дереву для маршрутизации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Популярность — 76k+ звёзд на GitHub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Используется в тысячах production проектов по всему миру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Простота — минимальный boilerplate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поднять сервер буквально за 10 строк кода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активности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Gin?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другими фреймворками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первое приложение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Роутинг в Gin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и группы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данных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и безопасность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Gin?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— это высокопроизводительный веб-фреймворк для Go, написанный на основе Httprouter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маршрутизация с радикс-деревом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Встроенная поддержка JSON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 роутов и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ошибок из коробки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 HTML/JSON/XML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другими фреймворками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88720"/>
                <a:gridCol w="1645920"/>
                <a:gridCol w="1280160"/>
                <a:gridCol w="128016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Фреймворк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Req/sec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GitHub 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Основа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Middleware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Валидация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76k+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httprouter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Echo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29k+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fasthttp style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32k+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fasthttp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17k+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net/http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Gorilla Mux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20k+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net/http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первое 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через Go modules: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get -u github.com/gin-gonic/gin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"github.com/gin-gonic/gin"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:= gin.Default()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r.GET("/ping", func(c *gin.Context)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c.JSON(200, gin.H{"message": "pong"})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r.Run(":8080")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Роутинг в Gin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 методы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r.GET("/users", getUsers)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r.POST("/users", createUser)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r.PUT("/users/:id", updateUser)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r.DELETE("/users/:id", deleteUser)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Параметры пути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r.GET("/users/:id", func(c *gin.Context)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:= c.Param("id")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c.JSON(200, gin.H{"id": id})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параметры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r.GET("/search", func(c *gin.Context)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:= c.Query("q")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:= c.DefaultQuery("page", "1")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c.JSON(200, gin.H{"query": q, "page": page})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и группы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— функции, которые выполняются до или после обработчика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Глобальный middleware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r.Use(gin.Logger())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r.Use(gin.Recovery())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Кастомный middleware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AuthMiddleware() gin.HandlerFunc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func(c *gin.Context)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 := c.GetHeader("Authorization")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 == ""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c.AbortWithStatus(401)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c.Next()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Группы с middleware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:= r.Group("/api")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api.Use(AuthMiddleware())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api.GET("/users", getUsers)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api.POST("/users", createUser)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данных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struct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string `json:"name" binding:"required,min=3"`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string `json:"email" binding:"required,email"`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  int    `json:"age" binding:"gte=18,lte=100"`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createUser(c *gin.Context)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user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err := c.ShouldBindJSON(&amp;user); err != nil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c.JSON(400, gin.H{"error": err.Error()})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Данные валидны, сохраняем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c.JSON(201, gin.H{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"message": "User created",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"user": user,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7160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Бенчмарки приблизительные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и безопасность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имеет готовые middleware для безопасности: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"github.com/gin-contrib/cors"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CORS middleware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r.Use(cors.Default())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Rate limiting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"github.com/ulule/limiter/v3/drivers/middleware/gin"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r.Use(rateLimit)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 headers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r.Use(secureHeaders())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Обсуждаем практические кейсы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возможности Gin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— оптимальный выбор для REST API на Go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производительность без сложности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Богатая экосистема и активное сообщество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Подходит как для стартапов, так и для enterprise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создайте свой первый API на Gin!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Полезные ссылки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документация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https://gin-gonic.com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репозиторий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https://github.com/gin-gonic/gin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кода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https://github.com/gin-gonic/examples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документация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https://go.dev/doc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Успехов в разработке на Go и Gin! 🚀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Фреймворк Gin</dc:title>
  <dc:subject>PptxGenJS Presentation</dc:subject>
  <dc:creator>Казьмин Роман</dc:creator>
  <cp:lastModifiedBy>Казьмин Роман</cp:lastModifiedBy>
  <cp:revision>1</cp:revision>
  <dcterms:created xsi:type="dcterms:W3CDTF">2026-01-29T18:25:35Z</dcterms:created>
  <dcterms:modified xsi:type="dcterms:W3CDTF">2026-01-29T18:25:35Z</dcterms:modified>
</cp:coreProperties>
</file>