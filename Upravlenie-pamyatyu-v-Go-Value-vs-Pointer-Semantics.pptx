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0626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Управление памятью в Go: Value vs Pointer Semantics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3985"/>
            <a:ext cx="7556421" cy="145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Привет! Вы уже написали свои первые функции и наверняка заметили, что Go ведет себя очень строго. Сегодня мы разберем, как осознанно управлять данными в памяти и почему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это не просто "звездочка", а инструмент оптимизации.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2042" y="458510"/>
            <a:ext cx="7751445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Стек, Куча и Копирование: Два Подхода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042" y="1415177"/>
            <a:ext cx="5060156" cy="5060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2042" y="6662499"/>
            <a:ext cx="20802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Value Semantics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52042" y="7088743"/>
            <a:ext cx="5060156" cy="53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Объекты копируются в стеке функции. Каждая функция получает свою независимую копию данных.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22" y="1415177"/>
            <a:ext cx="5060156" cy="5060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5822" y="6662499"/>
            <a:ext cx="20802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Pointer Semantics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525822" y="7088743"/>
            <a:ext cx="5060156" cy="53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 функцию передается только адрес объекта (8 байт на 64-битной системе), который находится в куче.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План Вебинара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Семантика значений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Когда копия — это хорошо и почему неизменность данных важна.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Анатомия указателя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на самом деле передается в функцию, и как это работает "под капотом".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Side-effects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Как избежать нежелательных изменений данных и "выстрелов себе в ногу".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Практика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Глубокое погружение с примерами кода и живым кодированием.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604"/>
            <a:ext cx="120777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Проблема: Скрытая Стоимость Копирования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50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20375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068711"/>
            <a:ext cx="564249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Рассмотрим структуру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с большим полем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имитирующим тяжелый объект.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530906" y="3064907"/>
            <a:ext cx="5642491" cy="4331970"/>
          </a:xfrm>
          <a:prstGeom prst="roundRect">
            <a:avLst>
              <a:gd name="adj" fmla="val 785"/>
            </a:avLst>
          </a:prstGeom>
          <a:solidFill>
            <a:srgbClr val="EFEEEB"/>
          </a:solidFill>
          <a:ln/>
        </p:spPr>
      </p:sp>
      <p:sp>
        <p:nvSpPr>
          <p:cNvPr id="7" name="Shape 5"/>
          <p:cNvSpPr/>
          <p:nvPr/>
        </p:nvSpPr>
        <p:spPr>
          <a:xfrm>
            <a:off x="1519595" y="3064907"/>
            <a:ext cx="5665113" cy="4331970"/>
          </a:xfrm>
          <a:prstGeom prst="roundRect">
            <a:avLst>
              <a:gd name="adj" fmla="val 785"/>
            </a:avLst>
          </a:prstGeom>
          <a:solidFill>
            <a:srgbClr val="EFEEEB"/>
          </a:solidFill>
          <a:ln/>
        </p:spPr>
      </p:sp>
      <p:sp>
        <p:nvSpPr>
          <p:cNvPr id="8" name="Text 6"/>
          <p:cNvSpPr/>
          <p:nvPr/>
        </p:nvSpPr>
        <p:spPr>
          <a:xfrm>
            <a:off x="1746409" y="3234928"/>
            <a:ext cx="5211485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 User struct {
    ID    int
    Stats [1024]int // Представим тяжелый объект
}
func updateStats(u User) {
    u.Stats[0] = 100 
    // Можно показать адрес: fmt.Printf("%p", &amp;u)
}
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56884" y="199501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55" y="2080022"/>
            <a:ext cx="340162" cy="3401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94000" y="2068711"/>
            <a:ext cx="5642610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Каждый раз, когда мы вызываем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updateStats(user)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Go копирует весь массив из 1024 элементов. Это создает значительную нагрузку на CPU и память.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194000" y="3301127"/>
            <a:ext cx="56426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Важно: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оригинал не изменится. Мы создаем локальную копию, которая исчезнет после завершения функции, что может быть неэффективно.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6931" y="451961"/>
            <a:ext cx="5256609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Решение: Pointer Semantics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16931" y="1396841"/>
            <a:ext cx="4997648" cy="2087523"/>
          </a:xfrm>
          <a:prstGeom prst="roundRect">
            <a:avLst>
              <a:gd name="adj" fmla="val 1181"/>
            </a:avLst>
          </a:prstGeom>
          <a:solidFill>
            <a:srgbClr val="EFEEEB"/>
          </a:solidFill>
          <a:ln/>
        </p:spPr>
      </p:sp>
      <p:sp>
        <p:nvSpPr>
          <p:cNvPr id="4" name="Shape 2"/>
          <p:cNvSpPr/>
          <p:nvPr/>
        </p:nvSpPr>
        <p:spPr>
          <a:xfrm>
            <a:off x="2108716" y="1396841"/>
            <a:ext cx="5014079" cy="2087523"/>
          </a:xfrm>
          <a:prstGeom prst="roundRect">
            <a:avLst>
              <a:gd name="adj" fmla="val 1181"/>
            </a:avLst>
          </a:prstGeom>
          <a:solidFill>
            <a:srgbClr val="EFEEEB"/>
          </a:solidFill>
          <a:ln/>
        </p:spPr>
      </p:sp>
      <p:sp>
        <p:nvSpPr>
          <p:cNvPr id="5" name="Text 3"/>
          <p:cNvSpPr/>
          <p:nvPr/>
        </p:nvSpPr>
        <p:spPr>
          <a:xfrm>
            <a:off x="2273022" y="1520071"/>
            <a:ext cx="4685467" cy="184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 updateStatsRef(u *User) {
    if u == nil { // Правило хорошего тона
        return
    }
    u.Stats[0] = 100 // Go позволяет обращаться напрямую
}
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16931" y="3669268"/>
            <a:ext cx="4997648" cy="789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Теперь мы передаем только адрес (8 байт на 64-битной системе). Неважно, насколько велика структура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передача будет мгновенной.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202" y="1396841"/>
            <a:ext cx="4997648" cy="4997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23202" y="6579394"/>
            <a:ext cx="4997648" cy="105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Важный нюанс: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В Go нам не нужно писать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(*u).Stats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язык позволяет обращаться напрямую через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u.Stats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Это синтаксический сахар, но под капотом происходит </a:t>
            </a:r>
            <a:pPr algn="l" indent="0" marL="0">
              <a:lnSpc>
                <a:spcPts val="2050"/>
              </a:lnSpc>
              <a:buNone/>
            </a:pPr>
            <a:r>
              <a:rPr lang="en-US" sz="12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разыменование (dereferencing)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8682"/>
            <a:ext cx="93727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Когда НЕ Использовать Указатели?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1090"/>
            <a:ext cx="6407944" cy="2471857"/>
          </a:xfrm>
          <a:prstGeom prst="roundRect">
            <a:avLst>
              <a:gd name="adj" fmla="val 591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051090"/>
            <a:ext cx="121920" cy="24718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08384"/>
            <a:ext cx="3040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Маленькие Структуры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798802"/>
            <a:ext cx="5801916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Для небольших структур (например,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 Point struct { X, Y int }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 копирование в стеке может быть быстрее из-за особенностей работы кэша процессора и Escape Analysis.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051090"/>
            <a:ext cx="6408063" cy="2471857"/>
          </a:xfrm>
          <a:prstGeom prst="roundRect">
            <a:avLst>
              <a:gd name="adj" fmla="val 591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051090"/>
            <a:ext cx="121920" cy="24718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08384"/>
            <a:ext cx="40230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Работа Сборщика Мусора (GC)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79880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Указатели могут привести к тому, что переменная "течет" в кучу (Heap), что увеличивает нагрузку на сборщик мусора.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778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96151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3EED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740241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67963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Правило: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Если сомневаетесь — используйте передачу по значению, пока профилировщик не скажет обратное.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69780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83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Ключевые Выводы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67245"/>
            <a:ext cx="7556421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19940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181106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2901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Value Semantics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3391733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Гарантирует неизменность (immutability) исходных данных. Безопасно, но может быть неэффективно для больших объектов.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93790" y="4934069"/>
            <a:ext cx="7556421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0" name="Shape 6"/>
          <p:cNvSpPr/>
          <p:nvPr/>
        </p:nvSpPr>
        <p:spPr>
          <a:xfrm>
            <a:off x="1020604" y="51608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347930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0604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Pointer Semantics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20604" y="6558558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Позволяет менять состояние и экономить на копировании больших объектов. Эффективно, но требует осторожности.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197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Self-Check: Вопрос на Засыпку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4132659"/>
            <a:ext cx="721625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Если мы передадим в функцию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изменится ли она без указателя?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877508"/>
            <a:ext cx="30480" cy="124372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5376386"/>
            <a:ext cx="75564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Подумайте, как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хранится в памяти и как Go управляет такими типами данных.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71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Ответ и Тизер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46070"/>
            <a:ext cx="7556421" cy="2395657"/>
          </a:xfrm>
          <a:prstGeom prst="roundRect">
            <a:avLst>
              <a:gd name="adj" fmla="val 1420"/>
            </a:avLst>
          </a:prstGeom>
          <a:solidFill>
            <a:srgbClr val="1B5F39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0728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Ответ: Да!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563303"/>
            <a:ext cx="71027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Map — это ссылочный тип. Даже при передаче по значению, вы получаете копию дескриптора map, но не самой underlying структуры данных. Изменения, внесенные через этот дескриптор, будут видны вне функции.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81888"/>
            <a:ext cx="7171968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Это отличный тизер для следующего урока: </a:t>
            </a:r>
            <a:endParaRPr lang="en-US" sz="265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Ссылочные Типы в Go: Map, Slice, Channel</a:t>
            </a:r>
            <a:endParaRPr lang="en-US" sz="2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36018"/>
            <a:ext cx="58575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Спасибо за Внимание!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849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Надеемся, эта лекция помогла вам глубже понять принципы управления памятью в Go. Если у вас есть вопросы, не стесняйтесь задавать!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3659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Оставайтесь на связи для продолжения погружения в мир Go!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2026-01-16T07:32:17Z</dcterms:created>
  <dcterms:modified xsi:type="dcterms:W3CDTF">2026-01-16T07:32:17Z</dcterms:modified>
</cp:coreProperties>
</file>